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SmartDDR v3, the reporting hub for DDR, EPR, M75 and Aconex data, and the new DDR Dashboard, which turns the same data into KPIs, charts and drill-down reports. Screenshots throughout use sample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problem: the data exists, but it is spread across reports and needs manual work before anyone can act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SmartDDR v3 is where people run and export registers. The Dashboard opens from the Progress &amp; Status group in one click and analyses the same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five groups. The find box filters the menu as you type, and the group open/closed state is remembered per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that the CTD edit option was removed on request, and that queries are parameterised. Export now produces a proper Excel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dashboard. It is a new ASPX page in the same application, reading the same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 uses rules of credit per milestone (IDC, IFR, RCC, APP, AFC). The data date control lets you view the position as at any past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core reports requested (Pending, Discipline performance, Overdue) sit alongside ten more drawn from common oil and gas document control dashboards.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overdue rule: we look at the first milestone after the last achieved one; if its planned date is before the data date, the document is overdue.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filter supports sort, text rules and a searchable value list with counts. A view such as "Piping – critical overdue" can be shared as a link in an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 history needs the SQL Agent job enabled. Baselines are captured by an admin from the Baseline tab; drift is measured in days per milestone.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Aconex link is configured in web.config, so it can point at the right Aconex instance without code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dashboard is one page with no external libraries or CDN, so it works on locked-down corporate networks.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setup script creates three tables and two stored procedures. Nothing changes in the existing source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these timings are from the test harness with synthetic data, not production. The pilot should confirm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works without steps 3 and 4; trend and Aconex panels simply show a setup message until they are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ask: agree a pilot project and the people who will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jp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7132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A7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SMARTDDR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SmartDDR v3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DDR Dashboard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track every engineering deliverable, from plan to AFC, and to see what needs attention today.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669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control · Project controls · Engineering leads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9048" y="1069848"/>
            <a:ext cx="5632704" cy="3575304"/>
          </a:xfrm>
          <a:prstGeom prst="roundRect">
            <a:avLst>
              <a:gd name="adj" fmla="val 2558"/>
            </a:avLst>
          </a:prstGeom>
          <a:solidFill>
            <a:srgbClr val="0E3533"/>
          </a:solidFill>
          <a:ln w="9525">
            <a:solidFill>
              <a:srgbClr val="2A6B64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9" name="Image 0" descr="/tmp/claude-0/-home-user-BlazerTest/4e1a4774-871d-567d-86ff-c2c6a1597caf/scratchpad/deck/img/ov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Plenty of data, too little insight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control teams spend their time assembling reports instead of acting on them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75" y="233903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registers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118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DDR, EPR, M75 AFC and Aconex live in separate reports. Answering one question means opening four.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148840"/>
            <a:ext cx="731520" cy="7315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915" y="233903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reconciliation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6118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lists, discipline summaries and missing documents are rebuilt by hand in Excel every week.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46720" y="182880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2148840"/>
            <a:ext cx="731520" cy="7315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6955" y="233903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676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warning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36118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Slippage becomes visible only after a milestone is missed, when it is already expensive to recover.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132828"/>
          </a:solidFill>
          <a:ln w="12700">
            <a:solidFill>
              <a:srgbClr val="132828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trusted view of every deliverable, with the problems surfaced first.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tools, one data source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hub and the analytics dashboard read the same DDR, EPR, M75 and Aconex tables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777240" cy="7772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482" y="230520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745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SmartDDR v3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hub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200400"/>
            <a:ext cx="4434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reports in 5 collapsible groups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Find-a-report search, sort, discipline filter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(.xlsx) and CSV export on every grid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reports for missing and dummy documents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Shareable link to any report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492240" y="178308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58000" y="2103120"/>
            <a:ext cx="777240" cy="7772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082" y="230520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818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 Dashboard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81812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BI-style analytics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0" y="3200400"/>
            <a:ext cx="4434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report tabs with KPI cards and charts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Excel-like filters on 7 key fields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Pending, overdue and discipline performance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history and baseline comparison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views, Aconex links, Excel export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760720" y="3374136"/>
            <a:ext cx="658368" cy="6583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5312" y="353872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SmartDDR v3: reports grouped by purpose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flat list of buttons became five collapsible groups; the menu remembers what you open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7187184" cy="435323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v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7040880" cy="42069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01000" y="1783080"/>
            <a:ext cx="530352" cy="53035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892" y="1920972"/>
            <a:ext cx="254569" cy="25456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0" y="17647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Groups  </a:t>
            </a:r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reports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0574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info, M75 AFC and AFC/IFR status across the group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001000" y="2633472"/>
            <a:ext cx="530352" cy="53035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892" y="2771364"/>
            <a:ext cx="254569" cy="25456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61518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 </a:t>
            </a:r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reports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907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CTD, DDR + Activity, Activities, PDO format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001000" y="3483864"/>
            <a:ext cx="530352" cy="53035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892" y="3621756"/>
            <a:ext cx="254569" cy="25456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4655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&amp; Status  </a:t>
            </a:r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reports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7581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DDR Dashboard, DDR + EPR, EPR, M75 AFC, AFC/IFR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8001000" y="4334256"/>
            <a:ext cx="530352" cy="53035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892" y="4472148"/>
            <a:ext cx="254569" cy="254569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3159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 </a:t>
            </a:r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reports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460857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Aconex all revisions and latest revision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8001000" y="5184648"/>
            <a:ext cx="530352" cy="53035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892" y="5322540"/>
            <a:ext cx="254569" cy="254569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686800" y="51663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Reports  </a:t>
            </a:r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reports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8686800" y="545896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 vs DDR, CTD vs DOC, dummy serials, missing docs</a:t>
            </a:r>
            <a:endParaRPr lang="en-US" sz="120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in SmartDDR v3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fixed across markup and code-behind, plus features people asked for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361" y="2250521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 report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346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sidebar to filter 21 reports instantly.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0" y="210312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401" y="225052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03520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Sort, search, filter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8346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header to sort; search all columns; filter by discipline.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46720" y="182880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21040" y="210312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8441" y="225052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0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Excel export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8346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.xlsx alongside CSV, straight from the grid.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548640" y="393192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420624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361" y="4353641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26110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cues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9377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Duplicates, deleted rows, balances and progress bars stand out.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4297680" y="393192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72000" y="420624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9401" y="4353641"/>
            <a:ext cx="272125" cy="27212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03520" y="426110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 by design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49377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 editing removed; parameterised queries; admin-only actions.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8046720" y="3931920"/>
            <a:ext cx="34747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21040" y="420624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8441" y="4353641"/>
            <a:ext cx="272125" cy="27212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2560" y="426110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links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49377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link that reopens the same report and project.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 Dashboard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BI-style analytics on DDR_EPR and M75_AFC, one click from SmartDDR v3. No add-ins, no licences, no external libraries.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01968" y="1389888"/>
            <a:ext cx="5084064" cy="3232404"/>
          </a:xfrm>
          <a:prstGeom prst="roundRect">
            <a:avLst>
              <a:gd name="adj" fmla="val 2829"/>
            </a:avLst>
          </a:prstGeom>
          <a:solidFill>
            <a:srgbClr val="0E3533"/>
          </a:solidFill>
          <a:ln w="9525">
            <a:solidFill>
              <a:srgbClr val="2A6B64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6" name="Image 0" descr="/tmp/claude-0/-home-user-BlazerTest/4e1a4774-871d-567d-86ff-c2c6a1597caf/scratchpad/deck/img/overview_d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4937760" cy="30861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overview answers "where are we?" in seconds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tiles, an S-curve against plan and baseline, and status breakdowns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407408" y="1709928"/>
            <a:ext cx="7278624" cy="4604004"/>
          </a:xfrm>
          <a:prstGeom prst="roundRect">
            <a:avLst>
              <a:gd name="adj" fmla="val 1986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ov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783080"/>
            <a:ext cx="7132320" cy="4457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8308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77" y="1916217"/>
            <a:ext cx="245791" cy="2457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76479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Earned progress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234440" y="2057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Hours-weighted, with variance to plan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679192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77" y="2812329"/>
            <a:ext cx="245791" cy="24579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660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234440" y="29535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÷ planned, flagged on/off track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3575304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777" y="3708441"/>
            <a:ext cx="245791" cy="24579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3557016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&amp; overdue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234440" y="384962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change since last week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4471416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777" y="4604553"/>
            <a:ext cx="245791" cy="24579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34440" y="445312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in 14 days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1234440" y="474573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milestones coming up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48640" y="5367528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777" y="5500665"/>
            <a:ext cx="245791" cy="24579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34440" y="534924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to drill down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1234440" y="56418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tile and bar filters the page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report tabs, three questions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 is built for a specific decision, not just a table of rows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43891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21543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action?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83464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87121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and S-curve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347472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351129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documents by stage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" y="411480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415137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Ageing, heatmap, criticality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475488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479145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Look-ahead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 the next weeks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2960" y="539496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543153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document, filterable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297680" y="1783080"/>
            <a:ext cx="3474720" cy="43891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0" y="201168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46" y="2154326"/>
            <a:ext cx="263347" cy="26334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we on plan?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4572000" y="283464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709160" y="287121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performance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and on-time rate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4572000" y="347472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709160" y="351129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&amp; S-curve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vs actual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0" y="411480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709160" y="415137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history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4572000" y="475488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709160" y="479145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drift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0" y="539496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09160" y="543153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M75 AFC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AFC delivery status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8046720" y="1783080"/>
            <a:ext cx="3474720" cy="43891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8321040" y="201168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3686" y="2154326"/>
            <a:ext cx="263347" cy="263347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900684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clean and closing?</a:t>
            </a:r>
            <a:endParaRPr lang="en-US" sz="1700" dirty="0"/>
          </a:p>
        </p:txBody>
      </p:sp>
      <p:sp>
        <p:nvSpPr>
          <p:cNvPr id="36" name="Shape 31"/>
          <p:cNvSpPr/>
          <p:nvPr/>
        </p:nvSpPr>
        <p:spPr>
          <a:xfrm>
            <a:off x="8321040" y="283464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458200" y="287121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cycle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turnaround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8321040" y="347472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458200" y="351129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to close out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8321040" y="4114800"/>
            <a:ext cx="2926080" cy="530352"/>
          </a:xfrm>
          <a:prstGeom prst="roundRect">
            <a:avLst>
              <a:gd name="adj" fmla="val 1379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458200" y="415137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and suspect dates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8046720" y="4800600"/>
            <a:ext cx="2926080" cy="1143000"/>
          </a:xfrm>
          <a:prstGeom prst="roundRect">
            <a:avLst>
              <a:gd name="adj" fmla="val 6400"/>
            </a:avLst>
          </a:prstGeom>
          <a:solidFill>
            <a:srgbClr val="132828"/>
          </a:solidFill>
          <a:ln w="12700">
            <a:solidFill>
              <a:srgbClr val="132828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229600" y="480060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date control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any tab as it stood on a past date.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Pending, discipline performance and overdue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core reports, each with its own KPIs and drill-down charts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3621024" cy="2318004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pending_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3474720" cy="2171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617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documents by discipline and next milestone, stacked by stage.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24528" y="1709928"/>
            <a:ext cx="3621024" cy="2318004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9" name="Image 1" descr="/tmp/claude-0/-home-user-BlazerTest/4e1a4774-871d-567d-86ff-c2c6a1597caf/scratchpad/deck/img/discipline_c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783080"/>
            <a:ext cx="3474720" cy="21717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9768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 performance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4617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with SPI, on-time rate, earned vs estimated hours.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973568" y="1709928"/>
            <a:ext cx="3621024" cy="2318004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13" name="Image 2" descr="/tmp/claude-0/-home-user-BlazerTest/4e1a4774-871d-567d-86ff-c2c6a1597caf/scratchpad/deck/img/overdue_c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783080"/>
            <a:ext cx="3474720" cy="21717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04672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8046720" y="4617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Ageing buckets, discipline × milestone heatmap, criticality.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55321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55321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= the next planned milestone (_PLN) has passed without an actual date (_ACT).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Excel-like filters, saved and shared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the way people already work in Excel, then save the result for the whole team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4352544" cy="3090672"/>
          </a:xfrm>
          <a:prstGeom prst="roundRect">
            <a:avLst>
              <a:gd name="adj" fmla="val 2959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filt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4206240" cy="29443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01768" y="1709928"/>
            <a:ext cx="3438144" cy="2414681"/>
          </a:xfrm>
          <a:prstGeom prst="roundRect">
            <a:avLst>
              <a:gd name="adj" fmla="val 3787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7" name="Image 1" descr="/tmp/claude-0/-home-user-BlazerTest/4e1a4774-871d-567d-86ff-c2c6a1597caf/scratchpad/deck/img/view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83080"/>
            <a:ext cx="3291840" cy="226837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01768" y="4389120"/>
            <a:ext cx="3438144" cy="1371600"/>
          </a:xfrm>
          <a:prstGeom prst="roundRect">
            <a:avLst>
              <a:gd name="adj" fmla="val 533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166360" y="43891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A→Z or Z→A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rules: contains, begins with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value list with counts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732520" y="178308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5657" y="1916217"/>
            <a:ext cx="245791" cy="24579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90888" y="18013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key fields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732520" y="24231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Discipline, Document_No, PLIP_ID, RAMZ_ID, Document_Title, Status_Required, Status. Values cascade as you filter.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732520" y="379476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5657" y="3927897"/>
            <a:ext cx="245791" cy="24579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390888" y="38130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views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8732520" y="44348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filters and tab, private or shared. Copy a link that opens exactly that view.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direction, not just the position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snapshots build a history; named baselines show how the plan has moved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5266944" cy="3346704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tr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512064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34924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77" y="5482377"/>
            <a:ext cx="245791" cy="2457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07008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history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207008" y="565099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nightly job records progress, SPI, backlog and M75 per discipline, so trends and week-on-week changes need no manual tracking.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19088" y="1709928"/>
            <a:ext cx="5266944" cy="3346704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11" name="Image 2" descr="/tmp/claude-0/-home-user-BlazerTest/4e1a4774-871d-567d-86ff-c2c6a1597caf/scratchpad/deck/img/baselin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783080"/>
            <a:ext cx="5120640" cy="32004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492240" y="534924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5377" y="5482377"/>
            <a:ext cx="245791" cy="24579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0608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vs current plan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7150608" y="565099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 named baseline, then compare: S-curves, drift by discipline and milestone, and the most re-planned documents.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chart to the document in one click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opens a document drawer with its full history and Aconex record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6455664" cy="4527366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draw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438106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8288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881" y="1976201"/>
            <a:ext cx="272125" cy="272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00100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timeline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001000" y="221284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Planned, actual and baseline dates for IDC through AFC, with drift in days.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269480" y="324612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81" y="339352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0100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Aconex record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8001000" y="363016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revision details and an "Open in Aconex" link.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7269480" y="466344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6881" y="4810841"/>
            <a:ext cx="272125" cy="27212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001000" y="4663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Formatted Excel export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8001000" y="504748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card, any tab or the full register: frozen headers, filters, real dates.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the office, on site and at night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layout, dark mode and keyboard access, with no plug-ins to install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75488" y="1709928"/>
            <a:ext cx="7095744" cy="4489704"/>
          </a:xfrm>
          <a:prstGeom prst="roundRect">
            <a:avLst>
              <a:gd name="adj" fmla="val 2037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5" name="Image 0" descr="/tmp/claude-0/-home-user-BlazerTest/4e1a4774-871d-567d-86ff-c2c6a1597caf/scratchpad/deck/img/overview_d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36408" y="1709928"/>
            <a:ext cx="2066544" cy="4300423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7" name="Image 1" descr="/tmp/claude-0/-home-user-BlazerTest/4e1a4774-871d-567d-86ff-c2c6a1597caf/scratchpad/deck/img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783080"/>
            <a:ext cx="1920240" cy="4154119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195560" y="182880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8697" y="1961937"/>
            <a:ext cx="245791" cy="24579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195560" y="2377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10195560" y="283464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8697" y="2967777"/>
            <a:ext cx="245791" cy="245791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195560" y="3383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and tablet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10195560" y="384048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8697" y="3973617"/>
            <a:ext cx="245791" cy="245791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195560" y="4389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modern browser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18" name="Text 11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fits together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tables feed a small JSON API; the browser does the charting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361" y="2159081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01168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28346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SDDR_ACON_DDR_EPR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SDDR_ACON_AFC_STATUS_01 (M75)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PDC_ACON_LATEST_DATE (Aconex)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snapshot, baseline and views tables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34840" y="178308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201168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6561" y="215908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40680" y="201168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page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2788920"/>
            <a:ext cx="28346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API in VB code-behind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queries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+ header guard on changes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Admin-only snapshot and baseline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321040" y="178308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0" y="201168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2761" y="215908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326880" y="201168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595360" y="2788920"/>
            <a:ext cx="28346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drawn as SVG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Filters, views and drill-down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file built in the browser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libraries or CDN</a:t>
            </a:r>
            <a:endParaRPr lang="en-US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3291840"/>
            <a:ext cx="365760" cy="36576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3291840"/>
            <a:ext cx="365760" cy="36576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548640" y="512064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2828"/>
          </a:solidFill>
          <a:ln w="12700">
            <a:solidFill>
              <a:srgbClr val="132828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276088"/>
            <a:ext cx="365760" cy="3657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5120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at 02:00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 Agent job records the day's KPIs for the trend history.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25" name="Text 17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enough for the largest project groups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the test harness with synthetic data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~1.3 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load a 47,000-row project group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0420" y="18288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89020" y="21031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0.4 s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58902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switch between report tabs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8288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0" y="21031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libraries, add-ins or licences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83980" y="18288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5E6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28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12580" y="21031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21258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tabs from one data load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777" y="4933737"/>
            <a:ext cx="245791" cy="245791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34440" y="48006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Admin-only changes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297680" y="480060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817" y="4933737"/>
            <a:ext cx="245791" cy="245791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983480" y="48006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SQL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8046720" y="4800600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9857" y="4933737"/>
            <a:ext cx="245791" cy="24579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732520" y="48006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escaped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timings depend on the server and network; validate during the pilot.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in five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 to existing tables; each step can be done independently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569464"/>
            <a:ext cx="1033272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2860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2433401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37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setup script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23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3 tables and 2 procedures in ACAD_DATA (SQL Server 2016 SP1+)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07792" y="22860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93" y="243340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16352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816352" y="3337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access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816352" y="4023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/ EXECUTE for the site's database login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175504" y="22860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2905" y="243340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84064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5084064" y="3337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nightly job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5084064" y="4023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Agent snapshot at 02:00 starts the trend history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443216" y="22860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0617" y="2433401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51776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7351776" y="3337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Aconex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351776" y="4023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Aconex link template to web.config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9710928" y="2286000"/>
            <a:ext cx="566928" cy="5669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8329" y="2433401"/>
            <a:ext cx="272125" cy="27212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619488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9619488" y="3337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and capture baseline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9619488" y="4023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one project, capture BL0, gather feedback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48640" y="534924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6F7F4"/>
          </a:solidFill>
          <a:ln w="12700">
            <a:solidFill>
              <a:srgbClr val="E6F7F4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from day one: </a:t>
            </a:r>
            <a:pPr indent="0" marL="0">
              <a:buNone/>
            </a:pPr>
            <a:r>
              <a:rPr lang="en-US" sz="15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steps 3 and 4 are done, the Trend and Aconex panels simply show a setup message.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SmartDDR v3 · DDR Dashboard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11064240" y="6446520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" y="2062886"/>
            <a:ext cx="263347" cy="2633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920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pilot project and users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548640" y="2788920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2931566"/>
            <a:ext cx="263347" cy="263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788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setup script and enable the nightly job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3657600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" y="3800246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6576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first baseline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548640" y="4526280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" y="4668926"/>
            <a:ext cx="263347" cy="26334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45262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after two weeks of trend data</a:t>
            </a:r>
            <a:endParaRPr lang="en-US" sz="19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577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16" name="Shape 10"/>
          <p:cNvSpPr/>
          <p:nvPr/>
        </p:nvSpPr>
        <p:spPr>
          <a:xfrm>
            <a:off x="6693408" y="1389888"/>
            <a:ext cx="4992624" cy="3175254"/>
          </a:xfrm>
          <a:prstGeom prst="roundRect">
            <a:avLst>
              <a:gd name="adj" fmla="val 2880"/>
            </a:avLst>
          </a:prstGeom>
          <a:solidFill>
            <a:srgbClr val="0E3533"/>
          </a:solidFill>
          <a:ln w="9525">
            <a:solidFill>
              <a:srgbClr val="2A6B64"/>
            </a:solidFill>
            <a:prstDash val="solid"/>
          </a:ln>
          <a:effectLst>
            <a:outerShdw sx="100000" sy="100000" kx="0" ky="0" algn="bl" rotWithShape="0" blurRad="177800" dist="50800" dir="5400000">
              <a:srgbClr val="0B2B28">
                <a:alpha val="22000"/>
              </a:srgbClr>
            </a:outerShdw>
          </a:effectLst>
        </p:spPr>
      </p:sp>
      <p:pic>
        <p:nvPicPr>
          <p:cNvPr id="17" name="Image 4" descr="/tmp/claude-0/-home-user-BlazerTest/4e1a4774-871d-567d-86ff-c2c6a1597caf/scratchpad/deck/img/trend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1463040"/>
            <a:ext cx="4846320" cy="30289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SmartDDR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SmartDDR v3 and DDR Dashboard</dc:title>
  <dc:subject>PptxGenJS Presentation</dc:subject>
  <dc:creator>PptxGenJS</dc:creator>
  <cp:lastModifiedBy>PptxGenJS</cp:lastModifiedBy>
  <cp:revision>1</cp:revision>
  <dcterms:created xsi:type="dcterms:W3CDTF">2026-09-26T05:59:37Z</dcterms:created>
  <dcterms:modified xsi:type="dcterms:W3CDTF">2026-09-26T05:59:37Z</dcterms:modified>
</cp:coreProperties>
</file>