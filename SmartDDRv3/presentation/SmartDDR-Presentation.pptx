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SmartDDR v3, the reporting hub for DDR, EPR, M75 and Aconex data, and the new DDR Dashboard, which turns the same data into KPIs, charts and drill-down reports. Screenshots throughout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the data exists, but it is spread across reports and needs manual work before anyone can act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SmartDDR v3 is where people run and export registers. The Dashboard opens from the Progress &amp; Status group in one click and analyses the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groups. The find box filters the menu as you type, and the group open/closed state is remembered per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the CTD edit option was removed on request, and that queries are parameterised. Export now produces a proper Excel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dashboard. It is a new ASPX page in the same application, reading the same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uses rules of credit per milestone (IDC, IFR, RCC, APP, AFC). The data date control lets you view the position as at any past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core reports requested (Pending, Discipline performance, Overdue) sit alongside ten more drawn from common oil and gas document control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overdue rule: we look at the first milestone after the last achieved one; if its planned date is before the data date, the document is overdue.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filter supports sort, text rules and a searchable value list with counts. A view such as "Piping – critical overdue" can be shared as a link in an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Trend history needs the SQL Agent job enabled. Baselines are captured by an admin from the Baseline tab; drift is measured in days per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Aconex link is configured in web.config, so it can point at the right Aconex instance without code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dashboard is one page with no external libraries or CDN, so it works on locked-down corporate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setup script creates three tables and two stored procedures. Nothing changes in the existing source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these timings are from the test harness with synthetic data, not production. The pilot should confirm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works without steps 3 and 4; trend and Aconex panels simply show a setup message until they are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DDR_DeveloperV3 is the latest version of the DDR Developer page: engineers open a CTD and build its DDR line items here, and SmartDDR and the Dashboard report on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flow. The KPI row (CTD hours, DDR hours, variance, line items, match status) refreshes on every change, so the engineer sees immediately whether the DDR matches the CTD.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multiplier opens from Quick Actions or from any row. Mode A uses the DUM sequence, Mode B increments the trailing digits (0001 to 0002 and so on). The PLIP footer appears whenever a PLIP is picked or typed.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the other pages, DDR_DeveloperV3 was reviewed by hand against the original but not compiled or run against the real database. The Prev/Next scoping is the one known open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agree a pilot project and the people who will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image" Target="../media/image-11-4.jp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jp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jp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713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A7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SMARTDDR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SmartDDR v3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DDR Dashboard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track every engineering deliverable, from plan to AFC, and to see what needs attention today.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 · Project controls · Engineering leads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9048" y="1069848"/>
            <a:ext cx="5632704" cy="3575304"/>
          </a:xfrm>
          <a:prstGeom prst="roundRect">
            <a:avLst>
              <a:gd name="adj" fmla="val 2558"/>
            </a:avLst>
          </a:prstGeom>
          <a:solidFill>
            <a:srgbClr val="0E3533"/>
          </a:solidFill>
          <a:ln w="9525">
            <a:solidFill>
              <a:srgbClr val="2A6B64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9" name="Image 0" descr="/tmp/claude-0/-home-user-BlazerTest/4e1a4774-871d-567d-86ff-c2c6a1597caf/scratchpad/deck/img/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4300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Plenty of data, too little insight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 teams spend their time assembling reports instead of acting on them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registers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118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DDR, EPR, M75 AFC and Aconex live in separate reports. Answering one question means opening four.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48840"/>
            <a:ext cx="731520" cy="7315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915" y="23390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reconciliation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6118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lists, discipline summaries and missing documents are rebuilt by hand in Excel every week.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148840"/>
            <a:ext cx="731520" cy="7315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6955" y="23390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warning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6118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becomes visible only after a milestone is missed, when it is already expensive to recover.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32828"/>
          </a:solidFill>
          <a:ln w="12700">
            <a:solidFill>
              <a:srgbClr val="13282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view of every deliverable, with the problems surfaced first.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tools, one data source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hub and the analytics dashboard read the same DDR, EPR, M75 and Aconex tables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" y="23052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SmartDDR v3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hub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00400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reports in 5 collapsible groups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Find-a-report search, sort, discipline filter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(.xlsx) and CSV export on every grid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reports for missing and dummy documents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link to any report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92240" y="178308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2103120"/>
            <a:ext cx="777240" cy="7772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082" y="230520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8181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 Dashboard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BI-style analytics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3200400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report tabs with KPI cards and charts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Excel-like filters on 7 key fields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overdue and discipline performance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history and baseline comparison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views, Aconex links, Excel export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760720" y="3374136"/>
            <a:ext cx="658368" cy="65836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35387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SmartDDR v3: reports grouped by purpose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list of buttons became five collapsible groups; the menu remembers what you open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1709928"/>
            <a:ext cx="7187184" cy="4353230"/>
          </a:xfrm>
          <a:prstGeom prst="roundRect">
            <a:avLst>
              <a:gd name="adj" fmla="val 2101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5" name="Image 0" descr="/tmp/claude-0/-home-user-BlazerTest/4e1a4774-871d-567d-86ff-c2c6a1597caf/scratchpad/deck/img/v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2069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783080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892" y="1920972"/>
            <a:ext cx="254569" cy="25456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0" y="1764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Groups  </a:t>
            </a:r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reports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2057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info, M75 AFC and AFC/IFR status across the group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001000" y="2633472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892" y="2771364"/>
            <a:ext cx="254569" cy="25456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615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 </a:t>
            </a:r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reports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2907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CTD, DDR + Activity, Activities, PDO format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001000" y="3483864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892" y="3621756"/>
            <a:ext cx="254569" cy="25456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86800" y="3465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Status  </a:t>
            </a:r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reports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86800" y="37581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Dashboard, DDR + EPR, EPR, M75 AFC, AFC/IFR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001000" y="4334256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892" y="4472148"/>
            <a:ext cx="254569" cy="25456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86800" y="4315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 </a:t>
            </a:r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reports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86800" y="46085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Aconex all revisions and latest revision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8001000" y="5184648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892" y="5322540"/>
            <a:ext cx="254569" cy="254569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686800" y="51663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Reports  </a:t>
            </a:r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reports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8686800" y="5458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 vs DDR, CTD vs DOC, dummy serials, missing docs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SmartDDR v3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 across markup and code-behind, plus features people asked for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2505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579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report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the sidebar to filter 21 reports instantly.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10312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01" y="22505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21579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Sort, search, filter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34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header to sort; search all columns; filter by discipline.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0312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441" y="22505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21579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Excel export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34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.xlsx alongside CSV, straight from the grid.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35364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cues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37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deleted rows, balances and progress bars stand out.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0624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401" y="435364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by design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937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 editing removed; parameterised queries; admin-only actions.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20624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8441" y="435364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links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937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link that reopens the same report and project.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 Dashboard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BI-style analytics on DDR_EPR and M75_AFC, one click from SmartDDR v3. No add-ins, no licences, no external libraries.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1968" y="1389888"/>
            <a:ext cx="5084064" cy="3232404"/>
          </a:xfrm>
          <a:prstGeom prst="roundRect">
            <a:avLst>
              <a:gd name="adj" fmla="val 2829"/>
            </a:avLst>
          </a:prstGeom>
          <a:solidFill>
            <a:srgbClr val="0E3533"/>
          </a:solidFill>
          <a:ln w="9525">
            <a:solidFill>
              <a:srgbClr val="2A6B64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6" name="Image 0" descr="/tmp/claude-0/-home-user-BlazerTest/4e1a4774-871d-567d-86ff-c2c6a1597caf/scratchpad/deck/img/overview_d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937760" cy="30861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overview answers "where are we?" in seconds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tiles, an S-curve against plan and baseline, and status breakdowns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07408" y="1709928"/>
            <a:ext cx="7278624" cy="4604004"/>
          </a:xfrm>
          <a:prstGeom prst="roundRect">
            <a:avLst>
              <a:gd name="adj" fmla="val 1986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5" name="Image 0" descr="/tmp/claude-0/-home-user-BlazerTest/4e1a4774-871d-567d-86ff-c2c6a1597caf/scratchpad/deck/img/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83080"/>
            <a:ext cx="7132320" cy="4457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1916217"/>
            <a:ext cx="245791" cy="2457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7647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progress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Hours-weighted, with variance to plan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679192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2812329"/>
            <a:ext cx="245791" cy="24579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6609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2953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÷ planned, flagged on/off track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575304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777" y="3708441"/>
            <a:ext cx="245791" cy="24579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55701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&amp; overdue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384962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change since last week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4471416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777" y="4604553"/>
            <a:ext cx="245791" cy="24579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34440" y="44531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in 14 days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234440" y="474573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milestones coming up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5367528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777" y="5500665"/>
            <a:ext cx="245791" cy="24579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34440" y="53492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drill down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234440" y="5641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tile and bar filters the page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report tabs, three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is built for a specific decision, not just a table of rows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action?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871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S-curve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47472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35112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documents by stage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411480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41513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Ageing, heatmap, criticality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475488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47914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in the next weeks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" y="539496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543153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document, filterable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97680" y="178308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646" y="2154326"/>
            <a:ext cx="263347" cy="26334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5780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plan?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4572000" y="283464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709160" y="2871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performance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and on-time rate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572000" y="347472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709160" y="35112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S-curve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 actual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0" y="411480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709160" y="41513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history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572000" y="475488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709160" y="47914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drift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0" y="539496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709160" y="543153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M75 AFC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 delivery status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8046720" y="178308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86" y="2154326"/>
            <a:ext cx="263347" cy="263347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90068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clean and closing?</a:t>
            </a:r>
            <a:endParaRPr lang="en-US" sz="1700" dirty="0"/>
          </a:p>
        </p:txBody>
      </p:sp>
      <p:sp>
        <p:nvSpPr>
          <p:cNvPr id="36" name="Shape 31"/>
          <p:cNvSpPr/>
          <p:nvPr/>
        </p:nvSpPr>
        <p:spPr>
          <a:xfrm>
            <a:off x="8321040" y="283464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458200" y="2871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cycle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turnaround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8321040" y="347472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458200" y="351129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to close out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8321040" y="411480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458200" y="41513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and suspect dates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8046720" y="480060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132828"/>
          </a:solidFill>
          <a:ln w="12700">
            <a:solidFill>
              <a:srgbClr val="132828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229600" y="480060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date control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any tab as it stood on a past date.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Pending, discipline performance and overdue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core reports, each with its own KPIs and drill-down charts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1709928"/>
            <a:ext cx="3621024" cy="2318004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5" name="Image 0" descr="/tmp/claude-0/-home-user-BlazerTest/4e1a4774-871d-567d-86ff-c2c6a1597caf/scratchpad/deck/img/pending_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3474720" cy="2171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17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documents by discipline and next milestone, stacked by stage.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24528" y="1709928"/>
            <a:ext cx="3621024" cy="2318004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9" name="Image 1" descr="/tmp/claude-0/-home-user-BlazerTest/4e1a4774-871d-567d-86ff-c2c6a1597caf/scratchpad/deck/img/discipline_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783080"/>
            <a:ext cx="3474720" cy="21717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performance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297680" y="4617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with SPI, on-time rate, earned vs estimated hours.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73568" y="1709928"/>
            <a:ext cx="3621024" cy="2318004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13" name="Image 2" descr="/tmp/claude-0/-home-user-BlazerTest/4e1a4774-871d-567d-86ff-c2c6a1597caf/scratchpad/deck/img/overdue_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83080"/>
            <a:ext cx="3474720" cy="21717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4672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0" y="4617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buckets, discipline × milestone heatmap, criticality.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= the next planned milestone (_PLN) has passed without an actual date (_ACT).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Excel-like filters, saved and shared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way people already work in Excel, then save the result for the whole team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1709928"/>
            <a:ext cx="4352544" cy="3090672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5" name="Image 0" descr="/tmp/claude-0/-home-user-BlazerTest/4e1a4774-871d-567d-86ff-c2c6a1597caf/scratchpad/deck/img/filt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206240" cy="2944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01768" y="1709928"/>
            <a:ext cx="3438144" cy="2414681"/>
          </a:xfrm>
          <a:prstGeom prst="roundRect">
            <a:avLst>
              <a:gd name="adj" fmla="val 3787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7" name="Image 1" descr="/tmp/claude-0/-home-user-BlazerTest/4e1a4774-871d-567d-86ff-c2c6a1597caf/scratchpad/deck/img/view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783080"/>
            <a:ext cx="3291840" cy="226837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01768" y="4389120"/>
            <a:ext cx="3438144" cy="1371600"/>
          </a:xfrm>
          <a:prstGeom prst="roundRect">
            <a:avLst>
              <a:gd name="adj" fmla="val 533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16636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A→Z or Z→A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rules: contains, begins with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value list with counts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732520" y="178308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657" y="1916217"/>
            <a:ext cx="245791" cy="24579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90888" y="1801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key fields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732520" y="2423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Discipline, Document_No, PLIP_ID, RAMZ_ID, Document_Title, Status_Required, Status. Values cascade as you filter.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732520" y="379476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657" y="3927897"/>
            <a:ext cx="245791" cy="24579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390888" y="3813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views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8732520" y="4434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filters and tab, private or shared. Copy a link that opens exactly that view.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direction, not just the position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snapshots build a history; named baselines show how the plan has moved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1709928"/>
            <a:ext cx="5266944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5" name="Image 0" descr="/tmp/claude-0/-home-user-BlazerTest/4e1a4774-871d-567d-86ff-c2c6a1597caf/scratchpad/deck/img/tre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1206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4924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5482377"/>
            <a:ext cx="245791" cy="2457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07008" y="5303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history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207008" y="56509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job records progress, SPI, backlog and M75 per discipline, so trends and week-on-week changes need no manual tracking.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19088" y="1709928"/>
            <a:ext cx="5266944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11" name="Image 2" descr="/tmp/claude-0/-home-user-BlazerTest/4e1a4774-871d-567d-86ff-c2c6a1597caf/scratchpad/deck/img/baselin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83080"/>
            <a:ext cx="5120640" cy="32004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92240" y="534924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377" y="5482377"/>
            <a:ext cx="245791" cy="24579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50608" y="5303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vs current plan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7150608" y="56509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named baseline, then compare: S-curves, drift by discipline and milestone, and the most re-planned documents.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chart to the document in one click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opens a document drawer with its full history and Aconex record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1709928"/>
            <a:ext cx="6455664" cy="4527366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5" name="Image 0" descr="/tmp/claude-0/-home-user-BlazerTest/4e1a4774-871d-567d-86ff-c2c6a1597caf/scratchpad/deck/img/draw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9360" cy="43810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8288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81" y="1976201"/>
            <a:ext cx="272125" cy="272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010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timeline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001000" y="22128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Planned, actual and baseline dates for IDC through AFC, with drift in days.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269480" y="324612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81" y="3393521"/>
            <a:ext cx="272125" cy="27212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0100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Aconex record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8001000" y="36301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revision details and an "Open in Aconex" link.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269480" y="466344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881" y="4810841"/>
            <a:ext cx="272125" cy="27212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0100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Formatted Excel export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8001000" y="50474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card, any tab or the full register: frozen headers, filters, real dates.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the office, on site and at night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layout, dark mode and keyboard access, with no plug-ins to install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1709928"/>
            <a:ext cx="7095744" cy="4489704"/>
          </a:xfrm>
          <a:prstGeom prst="roundRect">
            <a:avLst>
              <a:gd name="adj" fmla="val 2037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5" name="Image 0" descr="/tmp/claude-0/-home-user-BlazerTest/4e1a4774-871d-567d-86ff-c2c6a1597caf/scratchpad/deck/img/overview_d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36408" y="1709928"/>
            <a:ext cx="2066544" cy="4300423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7" name="Image 1" descr="/tmp/claude-0/-home-user-BlazerTest/4e1a4774-871d-567d-86ff-c2c6a1597caf/scratchpad/deck/img/mobi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783080"/>
            <a:ext cx="1920240" cy="415411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95560" y="182880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8697" y="1961937"/>
            <a:ext cx="245791" cy="24579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19556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0195560" y="283464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697" y="2967777"/>
            <a:ext cx="245791" cy="245791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19556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and tablet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10195560" y="384048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8697" y="3973617"/>
            <a:ext cx="245791" cy="245791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195560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modern browser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tables feed a small JSON API; the browser does the charting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116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2834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SDDR_ACON_DDR_EPR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SDDR_ACON_AFC_STATUS_01 (M75)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PDC_ACON_LATEST_DATE (Aconex)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snapshot, baseline and views tables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2918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01168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561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20116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page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2788920"/>
            <a:ext cx="2834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in VB code-behind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+ header guard on changes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snapshot and baseline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2918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01168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2761" y="21590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26880" y="20116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595360" y="2788920"/>
            <a:ext cx="2834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drawn as SVG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views and drill-down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 built in the browser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libraries or CDN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291840"/>
            <a:ext cx="365760" cy="36576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3291840"/>
            <a:ext cx="365760" cy="36576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32828"/>
          </a:solidFill>
          <a:ln w="12700">
            <a:solidFill>
              <a:srgbClr val="132828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276088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71600" y="5120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at 02:00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Agent job records the day's KPIs for the trend history.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enough for the largest project groups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test harness with synthetic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~1.3 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load a 47,000-row project group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60420" y="182880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89020" y="2103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0.4 s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8902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switch between report tabs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2103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libraries, add-ins or licences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83980" y="182880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12580" y="2103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21258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tabs from one data load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4933737"/>
            <a:ext cx="245791" cy="245791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34440" y="48006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changes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297680" y="480060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817" y="4933737"/>
            <a:ext cx="245791" cy="245791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983480" y="48006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SQL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8046720" y="480060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857" y="4933737"/>
            <a:ext cx="245791" cy="24579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732520" y="48006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escaped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timings depend on the server and network; validate during the pilot.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in five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to existing tables; each step can be done independently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569464"/>
            <a:ext cx="103327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24334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setup script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23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3 tables and 2 procedures in ACAD_DATA (SQL Server 2016 SP1+)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07792" y="22860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193" y="243340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16352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816352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access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816352" y="4023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EXECUTE for the site's database login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75504" y="22860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905" y="243340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84064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5084064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nightly job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084064" y="4023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snapshot at 02:00 starts the trend history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443216" y="22860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617" y="243340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51776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7351776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Aconex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351776" y="4023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Aconex link template to web.config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710928" y="22860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329" y="243340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19488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619488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and capture baseline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9619488" y="4023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project, capture BL0, gather feedback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2296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day one: </a:t>
            </a:r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steps 3 and 4 are done, the Trend and Aconex panels simply show a setup message.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 Developer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DDR is built: turn each CTD deliverable into document and activity lines, with hours that always add up.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27648" y="1664208"/>
            <a:ext cx="5358384" cy="2859843"/>
          </a:xfrm>
          <a:prstGeom prst="roundRect">
            <a:avLst>
              <a:gd name="adj" fmla="val 3197"/>
            </a:avLst>
          </a:prstGeom>
          <a:solidFill>
            <a:srgbClr val="0E3533"/>
          </a:solidFill>
          <a:ln w="9525">
            <a:solidFill>
              <a:srgbClr val="2A6B64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6" name="Image 0" descr="/tmp/claude-0/-home-user-BlazerTest/4e1a4774-871d-567d-86ff-c2c6a1597caf/scratchpad/deck/img/dev_ma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212080" cy="27135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CTD to DDR in five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for one CTD on one screen, with a live scorecard that shows when hours match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1709928"/>
            <a:ext cx="6821424" cy="3621538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5" name="Image 0" descr="/tmp/claude-0/-home-user-BlazerTest/4e1a4774-871d-567d-86ff-c2c6a1597caf/scratchpad/deck/img/dev_ma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675120" cy="34752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783080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622" y="1911462"/>
            <a:ext cx="237012" cy="2370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75320" y="1755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the CTD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2039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or step through with Previous / Next.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635240" y="2542032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622" y="2670414"/>
            <a:ext cx="237012" cy="2370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75320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the lines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275320" y="27980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DDR Line, DDR + Activity, or upload a CSV.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635240" y="3300984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622" y="3429366"/>
            <a:ext cx="237012" cy="2370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275320" y="3273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Pick the PLIP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275320" y="35570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Critical, HO status and AFC/APP fill in.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635240" y="4059936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622" y="4188318"/>
            <a:ext cx="237012" cy="2370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275320" y="4032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Balance the hours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275320" y="4315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Hours splits the CTD total exactly.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635240" y="4818888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622" y="4947270"/>
            <a:ext cx="237012" cy="23701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275320" y="47914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Save All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8275320" y="5074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checked before anything is saved.</a:t>
            </a:r>
            <a:endParaRPr lang="en-US" sz="125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typing, fewer mistakes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tools in the latest DDR Developer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38928" y="2029968"/>
            <a:ext cx="6547104" cy="3163824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5" name="Image 0" descr="/tmp/claude-0/-home-user-BlazerTest/4e1a4774-871d-567d-86ff-c2c6a1597caf/scratchpad/deck/img/dev_draw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03120"/>
            <a:ext cx="64008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1911462"/>
            <a:ext cx="237012" cy="2370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755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 Multiplier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20482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row N times, with the next DUM number or the next document number.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651760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2" y="2780142"/>
            <a:ext cx="237012" cy="2370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2624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dummy numbers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29169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DUM01…DUM99, then DU100+, never a flat "DUMMY".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520440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22" y="3648822"/>
            <a:ext cx="237012" cy="2370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3493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Hours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88720" y="37856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split; rounding goes to the first row.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4389120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22" y="4517502"/>
            <a:ext cx="237012" cy="2370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88720" y="4361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PLIP details on pick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188720" y="46542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doc type, critical, HO status, DCAF.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48640" y="5257800"/>
            <a:ext cx="493776" cy="4937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022" y="5386182"/>
            <a:ext cx="237012" cy="23701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88720" y="5230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template and upload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188720" y="55229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fields, checked row by row in one transaction.</a:t>
            </a:r>
            <a:endParaRPr lang="en-US" sz="125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to be reliable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was audited end to end; problems in the original were fixed, not worked around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fixed, including a page crash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246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246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tools to build DDRs faster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617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4617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path that loads the grid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23360" y="1783080"/>
            <a:ext cx="75895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5E6E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B28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43400" y="2011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514600"/>
            <a:ext cx="7040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DDR Line then Save All no longer duplicates saved rows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an existing line now updates it (Save All only inserted before)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works, for saved and unsaved rows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rows stay activity rows; Prev goes to the previous CTD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no longer fire twice from double event wiring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lookups parameterised; error messages safely encoded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</a:t>
            </a:r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/ Next CTD is still fixed to project 40087 and 13. Process, as in the original; it should follow the open project.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SmartDDR v3 · DDR Dashboard · DDR Developer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44652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1971446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828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pilot project and users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2596896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2739542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596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setup script and enable the nightly job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548640" y="336499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3507638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3649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first baseline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548640" y="4133088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427573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133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after two weeks of trend data</a:t>
            </a:r>
            <a:endParaRPr lang="en-US" sz="1900" dirty="0"/>
          </a:p>
        </p:txBody>
      </p:sp>
      <p:sp>
        <p:nvSpPr>
          <p:cNvPr id="15" name="Shape 9"/>
          <p:cNvSpPr/>
          <p:nvPr/>
        </p:nvSpPr>
        <p:spPr>
          <a:xfrm>
            <a:off x="548640" y="4901184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" y="5043830"/>
            <a:ext cx="263347" cy="26334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9011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DDR Developer Prev / Next to the open project</a:t>
            </a:r>
            <a:endParaRPr lang="en-US" sz="19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5852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693408" y="1389888"/>
            <a:ext cx="4992624" cy="3175254"/>
          </a:xfrm>
          <a:prstGeom prst="roundRect">
            <a:avLst>
              <a:gd name="adj" fmla="val 2880"/>
            </a:avLst>
          </a:prstGeom>
          <a:solidFill>
            <a:srgbClr val="0E3533"/>
          </a:solidFill>
          <a:ln w="9525">
            <a:solidFill>
              <a:srgbClr val="2A6B64"/>
            </a:solidFill>
            <a:prstDash val="solid"/>
          </a:ln>
          <a:effectLst>
            <a:outerShdw sx="100000" sy="100000" kx="0" ky="0" algn="bl" rotWithShape="0" blurRad="177800" dist="50800" dir="5400000">
              <a:srgbClr val="0B2B28">
                <a:alpha val="22000"/>
              </a:srgbClr>
            </a:outerShdw>
          </a:effectLst>
        </p:spPr>
      </p:sp>
      <p:pic>
        <p:nvPicPr>
          <p:cNvPr id="20" name="Image 5" descr="/tmp/claude-0/-home-user-BlazerTest/4e1a4774-871d-567d-86ff-c2c6a1597caf/scratchpad/deck/img/trend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1463040"/>
            <a:ext cx="4846320" cy="3028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SmartDDR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SmartDDR v3 and DDR Dashboard</dc:title>
  <dc:subject>PptxGenJS Presentation</dc:subject>
  <dc:creator>PptxGenJS</dc:creator>
  <cp:lastModifiedBy>PptxGenJS</cp:lastModifiedBy>
  <cp:revision>1</cp:revision>
  <dcterms:created xsi:type="dcterms:W3CDTF">2026-09-26T07:14:45Z</dcterms:created>
  <dcterms:modified xsi:type="dcterms:W3CDTF">2026-09-26T07:14:45Z</dcterms:modified>
</cp:coreProperties>
</file>