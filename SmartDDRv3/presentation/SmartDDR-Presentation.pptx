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SmartDDR v3, the reporting hub for DDR, EPR, M75 and Aconex data, and the new DDR Dashboard, which turns the same data into KPIs, charts and drill-down reports. Screenshots throughout use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problem: the data exists, but it is spread across reports and needs manual work before anyone can act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SmartDDR v3 is where people run and export registers. The Dashboard opens from the Progress &amp; Status group in one click and analyses the same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groups. The find box filters the menu as you type, and the group open/closed state is remembered per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that the CTD edit option was removed on request, and that queries are parameterised. Export now produces a proper Excel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dashboard. It is a new ASPX page in the same application, reading the same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uses rules of credit per milestone (IDC, IFR, RCC, APP, AFC). The data date control lets you view the position as at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core reports requested (Pending, Discipline performance, Overdue) sit alongside ten more drawn from common oil and gas document control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overdue rule: we look at the first milestone after the last achieved one; if its planned date is before the data date, the document is overdue.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filter supports sort, text rules and a searchable value list with counts. A view such as "Piping – critical overdue" can be shared as a link in an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history needs the SQL Agent job enabled. Baselines are captured by an admin from the Baseline tab; drift is measured in days per milestone.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Aconex link is configured in web.config, so it can point at the right Aconex instance without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dashboard is one page with no external libraries or CDN, so it works on locked-down corporate networks.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script creates three tables and two stored procedures. Nothing changes in the existing source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these timings are from the test harness with synthetic data, not production. The pilot should confirm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works without steps 3 and 4; trend and Aconex panels simply show a setup message until they are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DDR_DeveloperV3 is the latest version of the DDR Developer page: engineers open a CTD and build its DDR line items here, and SmartDDR and the Dashboard report on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flow. The KPI row (CTD hours, DDR hours, variance, line items, match status) refreshes on every change, so the engineer sees immediately whether the DDR matches the CTD.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multiplier opens from Quick Actions or from any row. Mode A uses the DUM sequence, Mode B increments the trailing digits (0001 to 0002 and so on). The PLIP footer appears whenever a PLIP is picked or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 the other pages, DDR_DeveloperV3 was reviewed by hand against the original but not compiled or run against the real database. The Prev/Next scoping is the one known open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ask: agree a pilot project and the people who will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713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A7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DDR Dashboard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track every engineering deliverable, from plan to AFC, and to see what needs attention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control · Project controls · Engineering leads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1069848"/>
            <a:ext cx="5632704" cy="3575304"/>
          </a:xfrm>
          <a:prstGeom prst="roundRect">
            <a:avLst>
              <a:gd name="adj" fmla="val 2558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9" name="Image 0" descr="/tmp/claude-0/-home-user-BlazerTest/4e1a4774-871d-567d-86ff-c2c6a1597caf/scratchpad/deck/img/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of data, too little insight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control teams spend their time assembling reports instead of acting on them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233903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registers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DDR, EPR, M75 AFC and Aconex live in separate reports. Answering one question means opening four.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915" y="23390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reconciliation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lists, discipline summaries and missing documents are rebuilt by hand in Excel every week.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4672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955" y="23390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warning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becomes visible only after a milestone is missed, when it is already expensive to recover.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trusted view of every deliverable, with the problems surfaced first.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tools, one data source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hub and the analytics dashboard read the same DDR, EPR, M75 and Aconex tables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82" y="230520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hub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004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reports in 5 collapsible groups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Find-a-report search, sort, discipline filter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(.xlsx) and CSV export on every grid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reports for missing and dummy documents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link to any report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92240" y="178308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58000" y="2103120"/>
            <a:ext cx="777240" cy="7772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082" y="230520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818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Dashboard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BI-style analytics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32004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report tabs with KPI cards and charts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Excel-like filters on 7 key fields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Pending, overdue and discipline performance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history and baseline comparison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views, Aconex links, Excel export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760720" y="3374136"/>
            <a:ext cx="658368" cy="6583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312" y="353872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v3: reports grouped by purpose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list of buttons became five collapsible groups; the menu remembers what you open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7187184" cy="435323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v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040880" cy="42069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783080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892" y="1920972"/>
            <a:ext cx="254569" cy="2545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0" y="17647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Groups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057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info, M75 AFC and AFC/IFR status across the group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01000" y="2633472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892" y="2771364"/>
            <a:ext cx="254569" cy="25456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6151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reports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907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CTD, DDR + Activity, Activities, PDO format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01000" y="3483864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892" y="3621756"/>
            <a:ext cx="254569" cy="25456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&amp; Status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7581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Dashboard, DDR + EPR, EPR, M75 AFC, AFC/IFR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01000" y="4334256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892" y="4472148"/>
            <a:ext cx="254569" cy="25456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315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reports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46085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Aconex all revisions and latest revision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8001000" y="5184648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892" y="5322540"/>
            <a:ext cx="254569" cy="254569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86800" y="51663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Reports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686800" y="545896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 vs DDR, CTD vs DOC, dummy serials, missing docs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in SmartDDR v3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fixed across markup and code-behind, plus features people asked for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361" y="225052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report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sidebar to filter 21 reports instantly.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401" y="225052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0352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Sort, search, filter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header to sort; search all columns; filter by discipline.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4672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8441" y="225052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Excel export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.xlsx alongside CSV, straight from the grid.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361" y="4353641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cues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Duplicates, deleted rows, balances and progress bars stand out.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429768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9401" y="4353641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0352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by design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 editing removed; parameterised queries; admin-only actions.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804672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8441" y="4353641"/>
            <a:ext cx="272125" cy="27212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256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links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link that reopens the same report and project.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Dashboard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BI-style analytics on DDR_EPR and M75_AFC, one click from SmartDDR v3. No add-ins, no licences, no external libraries.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01968" y="1389888"/>
            <a:ext cx="5084064" cy="3232404"/>
          </a:xfrm>
          <a:prstGeom prst="roundRect">
            <a:avLst>
              <a:gd name="adj" fmla="val 2829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6" name="Image 0" descr="/tmp/claude-0/-home-user-BlazerTest/4e1a4774-871d-567d-86ff-c2c6a1597caf/scratchpad/deck/img/overview_d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overview answers "where are we?" in seconds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tiles, an S-curve against plan and baseline, and status breakdowns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407408" y="1709928"/>
            <a:ext cx="7278624" cy="4604004"/>
          </a:xfrm>
          <a:prstGeom prst="roundRect">
            <a:avLst>
              <a:gd name="adj" fmla="val 198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83080"/>
            <a:ext cx="7132320" cy="4457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830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1916217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76479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Earned progress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2057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Hours-weighted, with variance to plan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679192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77" y="2812329"/>
            <a:ext cx="245791" cy="24579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660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234440" y="29535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÷ planned, flagged on/off track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575304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777" y="3708441"/>
            <a:ext cx="245791" cy="24579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3557016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&amp; overdue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234440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change since last week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4471416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777" y="4604553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34440" y="445312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in 14 days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234440" y="47457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milestones coming up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48640" y="5367528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777" y="5500665"/>
            <a:ext cx="245791" cy="24579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34440" y="534924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drill down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234440" y="5641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tile and bar filters the page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report tabs, three questions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is built for a specific decision, not just a table of rows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1543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action?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and S-curve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documents by stage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Ageing, heatmap, criticality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475488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914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 the next weeks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" y="539496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54315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document, filterable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9768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154326"/>
            <a:ext cx="263347" cy="26334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we on plan?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457200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0916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performance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and on-time rate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7200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70916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&amp; S-curve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vs actual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70916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history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572000" y="475488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709160" y="47914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drift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0" y="539496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09160" y="54315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M75 AFC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delivery status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804672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832104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686" y="2154326"/>
            <a:ext cx="263347" cy="263347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0068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clean and closing?</a:t>
            </a:r>
            <a:endParaRPr lang="en-US" sz="1700" dirty="0"/>
          </a:p>
        </p:txBody>
      </p:sp>
      <p:sp>
        <p:nvSpPr>
          <p:cNvPr id="36" name="Shape 31"/>
          <p:cNvSpPr/>
          <p:nvPr/>
        </p:nvSpPr>
        <p:spPr>
          <a:xfrm>
            <a:off x="832104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45820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cycle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turnaround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832104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45820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to close out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832104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45820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and suspect dates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8046720" y="4800600"/>
            <a:ext cx="2926080" cy="1143000"/>
          </a:xfrm>
          <a:prstGeom prst="roundRect">
            <a:avLst>
              <a:gd name="adj" fmla="val 6400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229600" y="480060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date control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any tab as it stood on a past date.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Pending, discipline performance and overdue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core reports, each with its own KPIs and drill-down charts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pending_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3474720" cy="2171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documents by discipline and next milestone, stacked by stage.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2452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9" name="Image 1" descr="/tmp/claude-0/-home-user-BlazerTest/4e1a4774-871d-567d-86ff-c2c6a1597caf/scratchpad/deck/img/discipline_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83080"/>
            <a:ext cx="3474720" cy="21717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 performance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with SPI, on-time rate, earned vs estimated hours.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7356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13" name="Image 2" descr="/tmp/claude-0/-home-user-BlazerTest/4e1a4774-871d-567d-86ff-c2c6a1597caf/scratchpad/deck/img/overdue_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474720" cy="21717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4672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 buckets, discipline × milestone heatmap, criticality.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5321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= the next planned milestone (_PLN) has passed without an actual date (_ACT).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Excel-like filters, saved and shared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way people already work in Excel, then save the result for the whole team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4352544" cy="3090672"/>
          </a:xfrm>
          <a:prstGeom prst="roundRect">
            <a:avLst>
              <a:gd name="adj" fmla="val 2959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fil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4206240" cy="2944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01768" y="1709928"/>
            <a:ext cx="3438144" cy="2414681"/>
          </a:xfrm>
          <a:prstGeom prst="roundRect">
            <a:avLst>
              <a:gd name="adj" fmla="val 378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7" name="Image 1" descr="/tmp/claude-0/-home-user-BlazerTest/4e1a4774-871d-567d-86ff-c2c6a1597caf/scratchpad/deck/img/view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83080"/>
            <a:ext cx="3291840" cy="226837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01768" y="4389120"/>
            <a:ext cx="3438144" cy="1371600"/>
          </a:xfrm>
          <a:prstGeom prst="roundRect">
            <a:avLst>
              <a:gd name="adj" fmla="val 5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166360" y="43891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A→Z or Z→A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rules: contains, begins with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value list with counts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732520" y="17830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5657" y="1916217"/>
            <a:ext cx="245791" cy="24579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90888" y="1801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key fields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732520" y="24231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Document_No, PLIP_ID, RAMZ_ID, Document_Title, Status_Required, Status. Values cascade as you filter.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732520" y="379476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5657" y="3927897"/>
            <a:ext cx="245791" cy="24579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390888" y="3813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views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8732520" y="4434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filters and tab, private or shared. Copy a link that opens exactly that view.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direction, not just the position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snapshots build a history; named baselines show how the plan has moved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526694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tr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12064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3492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5482377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history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07008" y="565099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job records progress, SPI, backlog and M75 per discipline, so trends and week-on-week changes need no manual tracking.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19088" y="1709928"/>
            <a:ext cx="526694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11" name="Image 2" descr="/tmp/claude-0/-home-user-BlazerTest/4e1a4774-871d-567d-86ff-c2c6a1597caf/scratchpad/deck/img/baselin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83080"/>
            <a:ext cx="5120640" cy="3200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492240" y="53492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5377" y="5482377"/>
            <a:ext cx="245791" cy="24579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0608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vs current plan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150608" y="565099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 named baseline, then compare: S-curves, drift by discipline and milestone, and the most re-planned documents.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chart to the document in one click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opens a document drawer with its full history and Aconex record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6455664" cy="4527366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draw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3810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8288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976201"/>
            <a:ext cx="272125" cy="272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010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timeline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01000" y="221284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actual and baseline dates for IDC through AFC, with drift in days.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269480" y="3246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33935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0100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Aconex record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001000" y="363016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revision details and an "Open in Aconex" link.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00100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Formatted Excel export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001000" y="50474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card, any tab or the full register: frozen headers, filters, real dates.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the office, on site and at night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layout, dark mode and keyboard access, with no plug-ins to install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7095744" cy="4489704"/>
          </a:xfrm>
          <a:prstGeom prst="roundRect">
            <a:avLst>
              <a:gd name="adj" fmla="val 203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overview_d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36408" y="1709928"/>
            <a:ext cx="2066544" cy="4300423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7" name="Image 1" descr="/tmp/claude-0/-home-user-BlazerTest/4e1a4774-871d-567d-86ff-c2c6a1597caf/scratchpad/deck/img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783080"/>
            <a:ext cx="1920240" cy="415411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195560" y="18288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8697" y="1961937"/>
            <a:ext cx="245791" cy="24579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19556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195560" y="28346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8697" y="2967777"/>
            <a:ext cx="245791" cy="24579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195560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and tablet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10195560" y="38404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8697" y="3973617"/>
            <a:ext cx="245791" cy="245791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195560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browser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8" name="Text 11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fits together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tables feed a small JSON API; the browser does the charting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361" y="2159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SDDR_ACON_DDR_EPR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SDDR_ACON_AFC_STATUS_01 (M75)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PDC_ACON_LATEST_DATE (Aconex)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snapshot, baseline and views tables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561" y="215908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page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API in VB code-behind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queries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+ header guard on changes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Admin-only snapshot and baseline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761" y="215908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268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953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drawn as SVG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views and drill-down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file built in the browser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libraries or CDN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3291840"/>
            <a:ext cx="365760" cy="36576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291840"/>
            <a:ext cx="365760" cy="3657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548640" y="51206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276088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5120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at 02:00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 Agent job records the day's KPIs for the trend history.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for the largest project groups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the test harness with synthetic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~1.3 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load a 47,000-row project group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042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8902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0.4 s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8902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 between report tabs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libraries, add-ins or licences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8398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258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125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tabs from one data load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77" y="4933737"/>
            <a:ext cx="245791" cy="245791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3444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Admin-only changes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817" y="4933737"/>
            <a:ext cx="245791" cy="24579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8348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804672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857" y="4933737"/>
            <a:ext cx="245791" cy="24579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73252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escaped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timings depend on the server and network; validate during the pilot.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in five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 to existing tables; each step can be done independently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569464"/>
            <a:ext cx="103327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43340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setup script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3 tables and 2 procedures in ACAD_DATA (SQL Server 2016 SP1+)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07792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93" y="243340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6352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816352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16352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/ EXECUTE for the site's database login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175504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2905" y="243340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84064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5084064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nightly job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084064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 snapshot at 02:00 starts the trend history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443216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0617" y="2433401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51776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7351776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Aconex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351776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Aconex link template to web.config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710928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8329" y="2433401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19488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9619488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and capture baseline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9619488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project, capture BL0, gather feedback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day one: </a:t>
            </a:r>
            <a:pPr indent="0" marL="0">
              <a:buNone/>
            </a:pPr>
            <a:r>
              <a:rPr lang="en-US" sz="15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steps 3 and 4 are done, the Trend and Aconex panels simply show a setup message.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Developer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DDR is built: turn each CTD deliverable into document and activity lines, with hours that always add up.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7648" y="1664208"/>
            <a:ext cx="5358384" cy="3078099"/>
          </a:xfrm>
          <a:prstGeom prst="roundRect">
            <a:avLst>
              <a:gd name="adj" fmla="val 2971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6" name="Image 0" descr="/tmp/claude-0/-home-user-BlazerTest/4e1a4774-871d-567d-86ff-c2c6a1597caf/scratchpad/deck/img/dev_m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29317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CTD to DDR in five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for one CTD on one screen, with a live scorecard that shows when hours match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6821424" cy="3901059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dev_m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675120" cy="37547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78308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622" y="1911462"/>
            <a:ext cx="237012" cy="2370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75320" y="17556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the CTD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275320" y="20391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or step through with Previous / Next.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635240" y="2542032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3622" y="2670414"/>
            <a:ext cx="237012" cy="2370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75320" y="2514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the lines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275320" y="279806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DDR Line, DDR + Activity, or upload a CSV.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635240" y="3300984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3622" y="3429366"/>
            <a:ext cx="237012" cy="23701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275320" y="3273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Pick the PLIP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275320" y="355701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Critical, HO status and AFC/APP fill in.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635240" y="4059936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3622" y="4188318"/>
            <a:ext cx="237012" cy="2370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275320" y="4032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Balance the hours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275320" y="4315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Hours splits the CTD total exactly.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7635240" y="4818888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3622" y="4947270"/>
            <a:ext cx="237012" cy="23701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75320" y="47914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Save All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275320" y="5074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checked before anything is saved.</a:t>
            </a:r>
            <a:endParaRPr lang="en-US" sz="125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typing, fewer mistakes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in the latest DDR Developer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138928" y="1709928"/>
            <a:ext cx="6547104" cy="3746754"/>
          </a:xfrm>
          <a:prstGeom prst="roundRect">
            <a:avLst>
              <a:gd name="adj" fmla="val 244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dev_draw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6400800" cy="3600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8308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22" y="1911462"/>
            <a:ext cx="237012" cy="2370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7556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Multiplier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204825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row N times, with the next DUM number or the next document number.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65176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22" y="2780142"/>
            <a:ext cx="237012" cy="2370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26243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dummy numbers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291693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DUM01…DUM99, then DU100+, never a flat "DUMMY".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48640" y="352044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022" y="3648822"/>
            <a:ext cx="237012" cy="23701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493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 Hours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37856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split; rounding goes to the first row.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38912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22" y="4517502"/>
            <a:ext cx="237012" cy="2370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88720" y="43616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PLIP details on pick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188720" y="46542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doc type, critical, HO status, DCAF.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548640" y="5257800"/>
            <a:ext cx="493776" cy="49377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022" y="5386182"/>
            <a:ext cx="237012" cy="23701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188720" y="52303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template and upload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188720" y="552297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fields, checked row by row in one transaction.</a:t>
            </a:r>
            <a:endParaRPr lang="en-US" sz="125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Rebuilt to be reliable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was audited end to end; problems in the original were fixed, not worked around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108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fixed, including a page crash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3108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246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3246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to build DDRs faster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31089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617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path that loads the grid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23360" y="1783080"/>
            <a:ext cx="75895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4340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2514600"/>
            <a:ext cx="7040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DDR Line then Save All no longer duplicates saved rows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an existing line now updates it (Save All only inserted before)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works, for saved and unsaved rows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rows stay activity rows; Prev goes to the previous CTD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no longer fire twice from double event wiring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lookups parameterised; error messages safely encoded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85216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/ Next CTD is still fixed to project 40087 and 13. Process, as in the original; it should follow the open project.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 · DDR Developer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19714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pilot project and users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548640" y="2596896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2739542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5968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script and enable the nightly job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3364992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3507638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3649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first baseline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548640" y="4133088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427573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133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after two weeks of trend data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4901184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86" y="5043830"/>
            <a:ext cx="263347" cy="26334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DDR Developer Prev / Next to the open project</a:t>
            </a:r>
            <a:endParaRPr lang="en-US" sz="19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5852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693408" y="1389888"/>
            <a:ext cx="4992624" cy="3175254"/>
          </a:xfrm>
          <a:prstGeom prst="roundRect">
            <a:avLst>
              <a:gd name="adj" fmla="val 2880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20" name="Image 5" descr="/tmp/claude-0/-home-user-BlazerTest/4e1a4774-871d-567d-86ff-c2c6a1597caf/scratchpad/deck/img/trend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14630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SmartDDR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SmartDDR v3 and DDR Dashboard</dc:title>
  <dc:subject>PptxGenJS Presentation</dc:subject>
  <dc:creator>PptxGenJS</dc:creator>
  <cp:lastModifiedBy>PptxGenJS</cp:lastModifiedBy>
  <cp:revision>1</cp:revision>
  <dcterms:created xsi:type="dcterms:W3CDTF">2026-09-26T07:00:42Z</dcterms:created>
  <dcterms:modified xsi:type="dcterms:W3CDTF">2026-09-26T07:00:42Z</dcterms:modified>
</cp:coreProperties>
</file>